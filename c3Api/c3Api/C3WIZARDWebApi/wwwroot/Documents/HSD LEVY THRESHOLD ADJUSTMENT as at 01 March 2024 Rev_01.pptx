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9" r:id="rId4"/>
    <p:sldId id="260" r:id="rId5"/>
    <p:sldId id="269" r:id="rId6"/>
    <p:sldId id="266" r:id="rId7"/>
    <p:sldId id="270" r:id="rId8"/>
    <p:sldId id="265" r:id="rId9"/>
    <p:sldId id="271" r:id="rId10"/>
    <p:sldId id="268"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A2BB30-192F-4B3C-9EAB-EACDE53E9469}" v="9" dt="2024-04-18T20:56:50.7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4660"/>
  </p:normalViewPr>
  <p:slideViewPr>
    <p:cSldViewPr snapToGrid="0">
      <p:cViewPr varScale="1">
        <p:scale>
          <a:sx n="121" d="100"/>
          <a:sy n="121" d="100"/>
        </p:scale>
        <p:origin x="108"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ovan Herbert" userId="b20b64d9-3271-419f-9589-4c801c6a7059" providerId="ADAL" clId="{76A2BB30-192F-4B3C-9EAB-EACDE53E9469}"/>
    <pc:docChg chg="custSel addSld delSld modSld sldOrd">
      <pc:chgData name="Donovan Herbert" userId="b20b64d9-3271-419f-9589-4c801c6a7059" providerId="ADAL" clId="{76A2BB30-192F-4B3C-9EAB-EACDE53E9469}" dt="2024-04-18T21:00:14.671" v="38" actId="47"/>
      <pc:docMkLst>
        <pc:docMk/>
      </pc:docMkLst>
      <pc:sldChg chg="addSp delSp modSp mod ord">
        <pc:chgData name="Donovan Herbert" userId="b20b64d9-3271-419f-9589-4c801c6a7059" providerId="ADAL" clId="{76A2BB30-192F-4B3C-9EAB-EACDE53E9469}" dt="2024-04-18T20:57:52.967" v="33"/>
        <pc:sldMkLst>
          <pc:docMk/>
          <pc:sldMk cId="1012644502" sldId="260"/>
        </pc:sldMkLst>
        <pc:picChg chg="add mod">
          <ac:chgData name="Donovan Herbert" userId="b20b64d9-3271-419f-9589-4c801c6a7059" providerId="ADAL" clId="{76A2BB30-192F-4B3C-9EAB-EACDE53E9469}" dt="2024-04-18T20:57:32.690" v="31" actId="1076"/>
          <ac:picMkLst>
            <pc:docMk/>
            <pc:sldMk cId="1012644502" sldId="260"/>
            <ac:picMk id="2" creationId="{B71A2168-1FC0-4A01-231A-5179242FC1CD}"/>
          </ac:picMkLst>
        </pc:picChg>
        <pc:picChg chg="del">
          <ac:chgData name="Donovan Herbert" userId="b20b64d9-3271-419f-9589-4c801c6a7059" providerId="ADAL" clId="{76A2BB30-192F-4B3C-9EAB-EACDE53E9469}" dt="2024-04-18T20:54:20.524" v="6" actId="478"/>
          <ac:picMkLst>
            <pc:docMk/>
            <pc:sldMk cId="1012644502" sldId="260"/>
            <ac:picMk id="4" creationId="{BDA4CBEC-1B99-4492-E60F-03B396BE5A15}"/>
          </ac:picMkLst>
        </pc:picChg>
      </pc:sldChg>
      <pc:sldChg chg="addSp delSp modSp add mod ord">
        <pc:chgData name="Donovan Herbert" userId="b20b64d9-3271-419f-9589-4c801c6a7059" providerId="ADAL" clId="{76A2BB30-192F-4B3C-9EAB-EACDE53E9469}" dt="2024-04-18T20:57:55.417" v="35"/>
        <pc:sldMkLst>
          <pc:docMk/>
          <pc:sldMk cId="1225655424" sldId="269"/>
        </pc:sldMkLst>
        <pc:picChg chg="add mod">
          <ac:chgData name="Donovan Herbert" userId="b20b64d9-3271-419f-9589-4c801c6a7059" providerId="ADAL" clId="{76A2BB30-192F-4B3C-9EAB-EACDE53E9469}" dt="2024-04-18T20:56:28.615" v="22" actId="1076"/>
          <ac:picMkLst>
            <pc:docMk/>
            <pc:sldMk cId="1225655424" sldId="269"/>
            <ac:picMk id="2" creationId="{D896B194-3E9F-435E-AB48-DA24B724A95F}"/>
          </ac:picMkLst>
        </pc:picChg>
        <pc:picChg chg="del">
          <ac:chgData name="Donovan Herbert" userId="b20b64d9-3271-419f-9589-4c801c6a7059" providerId="ADAL" clId="{76A2BB30-192F-4B3C-9EAB-EACDE53E9469}" dt="2024-04-18T20:55:37.693" v="14" actId="478"/>
          <ac:picMkLst>
            <pc:docMk/>
            <pc:sldMk cId="1225655424" sldId="269"/>
            <ac:picMk id="4" creationId="{BDA4CBEC-1B99-4492-E60F-03B396BE5A15}"/>
          </ac:picMkLst>
        </pc:picChg>
      </pc:sldChg>
      <pc:sldChg chg="addSp delSp modSp add mod ord">
        <pc:chgData name="Donovan Herbert" userId="b20b64d9-3271-419f-9589-4c801c6a7059" providerId="ADAL" clId="{76A2BB30-192F-4B3C-9EAB-EACDE53E9469}" dt="2024-04-18T20:57:57.468" v="37"/>
        <pc:sldMkLst>
          <pc:docMk/>
          <pc:sldMk cId="3722340368" sldId="270"/>
        </pc:sldMkLst>
        <pc:picChg chg="add mod">
          <ac:chgData name="Donovan Herbert" userId="b20b64d9-3271-419f-9589-4c801c6a7059" providerId="ADAL" clId="{76A2BB30-192F-4B3C-9EAB-EACDE53E9469}" dt="2024-04-18T20:57:11.677" v="29" actId="1076"/>
          <ac:picMkLst>
            <pc:docMk/>
            <pc:sldMk cId="3722340368" sldId="270"/>
            <ac:picMk id="2" creationId="{FD0876C2-17A9-A1A4-6F8D-D7BB0E1978AA}"/>
          </ac:picMkLst>
        </pc:picChg>
        <pc:picChg chg="del">
          <ac:chgData name="Donovan Herbert" userId="b20b64d9-3271-419f-9589-4c801c6a7059" providerId="ADAL" clId="{76A2BB30-192F-4B3C-9EAB-EACDE53E9469}" dt="2024-04-18T20:56:37.037" v="23" actId="478"/>
          <ac:picMkLst>
            <pc:docMk/>
            <pc:sldMk cId="3722340368" sldId="270"/>
            <ac:picMk id="4" creationId="{BDA4CBEC-1B99-4492-E60F-03B396BE5A15}"/>
          </ac:picMkLst>
        </pc:picChg>
      </pc:sldChg>
      <pc:sldChg chg="add">
        <pc:chgData name="Donovan Herbert" userId="b20b64d9-3271-419f-9589-4c801c6a7059" providerId="ADAL" clId="{76A2BB30-192F-4B3C-9EAB-EACDE53E9469}" dt="2024-04-18T20:54:07.685" v="2"/>
        <pc:sldMkLst>
          <pc:docMk/>
          <pc:sldMk cId="2267606262" sldId="271"/>
        </pc:sldMkLst>
      </pc:sldChg>
      <pc:sldChg chg="add del">
        <pc:chgData name="Donovan Herbert" userId="b20b64d9-3271-419f-9589-4c801c6a7059" providerId="ADAL" clId="{76A2BB30-192F-4B3C-9EAB-EACDE53E9469}" dt="2024-04-18T21:00:14.671" v="38" actId="47"/>
        <pc:sldMkLst>
          <pc:docMk/>
          <pc:sldMk cId="1902780096" sldId="272"/>
        </pc:sldMkLst>
      </pc:sldChg>
      <pc:sldChg chg="add del">
        <pc:chgData name="Donovan Herbert" userId="b20b64d9-3271-419f-9589-4c801c6a7059" providerId="ADAL" clId="{76A2BB30-192F-4B3C-9EAB-EACDE53E9469}" dt="2024-04-18T21:00:14.671" v="38" actId="47"/>
        <pc:sldMkLst>
          <pc:docMk/>
          <pc:sldMk cId="4251126362" sldId="273"/>
        </pc:sldMkLst>
      </pc:sldChg>
      <pc:sldChg chg="add del">
        <pc:chgData name="Donovan Herbert" userId="b20b64d9-3271-419f-9589-4c801c6a7059" providerId="ADAL" clId="{76A2BB30-192F-4B3C-9EAB-EACDE53E9469}" dt="2024-04-18T21:00:14.671" v="38" actId="47"/>
        <pc:sldMkLst>
          <pc:docMk/>
          <pc:sldMk cId="2383572516" sldId="274"/>
        </pc:sldMkLst>
      </pc:sldChg>
    </pc:docChg>
  </pc:docChgLst>
  <pc:docChgLst>
    <pc:chgData name="Donovan Herbert" userId="b20b64d9-3271-419f-9589-4c801c6a7059" providerId="ADAL" clId="{1ADD57A3-0F8F-4CF5-A641-B0CAF3E23C65}"/>
    <pc:docChg chg="undo custSel addSld delSld modSld sldOrd">
      <pc:chgData name="Donovan Herbert" userId="b20b64d9-3271-419f-9589-4c801c6a7059" providerId="ADAL" clId="{1ADD57A3-0F8F-4CF5-A641-B0CAF3E23C65}" dt="2024-02-28T14:42:31.194" v="833"/>
      <pc:docMkLst>
        <pc:docMk/>
      </pc:docMkLst>
      <pc:sldChg chg="modSp mod">
        <pc:chgData name="Donovan Herbert" userId="b20b64d9-3271-419f-9589-4c801c6a7059" providerId="ADAL" clId="{1ADD57A3-0F8F-4CF5-A641-B0CAF3E23C65}" dt="2024-02-28T13:39:23.979" v="821" actId="1036"/>
        <pc:sldMkLst>
          <pc:docMk/>
          <pc:sldMk cId="3249469450" sldId="256"/>
        </pc:sldMkLst>
        <pc:spChg chg="mod">
          <ac:chgData name="Donovan Herbert" userId="b20b64d9-3271-419f-9589-4c801c6a7059" providerId="ADAL" clId="{1ADD57A3-0F8F-4CF5-A641-B0CAF3E23C65}" dt="2024-02-28T13:39:14.672" v="804" actId="14100"/>
          <ac:spMkLst>
            <pc:docMk/>
            <pc:sldMk cId="3249469450" sldId="256"/>
            <ac:spMk id="2" creationId="{BCC8DF80-4278-C2D8-CE2C-EA4779B30D03}"/>
          </ac:spMkLst>
        </pc:spChg>
        <pc:spChg chg="mod">
          <ac:chgData name="Donovan Herbert" userId="b20b64d9-3271-419f-9589-4c801c6a7059" providerId="ADAL" clId="{1ADD57A3-0F8F-4CF5-A641-B0CAF3E23C65}" dt="2024-02-28T13:39:23.979" v="821" actId="1036"/>
          <ac:spMkLst>
            <pc:docMk/>
            <pc:sldMk cId="3249469450" sldId="256"/>
            <ac:spMk id="3" creationId="{91055EFF-8FBF-C220-F98B-55BBB551D94C}"/>
          </ac:spMkLst>
        </pc:spChg>
      </pc:sldChg>
      <pc:sldChg chg="ord">
        <pc:chgData name="Donovan Herbert" userId="b20b64d9-3271-419f-9589-4c801c6a7059" providerId="ADAL" clId="{1ADD57A3-0F8F-4CF5-A641-B0CAF3E23C65}" dt="2024-02-27T16:25:06.085" v="32"/>
        <pc:sldMkLst>
          <pc:docMk/>
          <pc:sldMk cId="1962036943" sldId="259"/>
        </pc:sldMkLst>
      </pc:sldChg>
      <pc:sldChg chg="addSp delSp modSp mod ord">
        <pc:chgData name="Donovan Herbert" userId="b20b64d9-3271-419f-9589-4c801c6a7059" providerId="ADAL" clId="{1ADD57A3-0F8F-4CF5-A641-B0CAF3E23C65}" dt="2024-02-27T16:26:31.440" v="36" actId="1076"/>
        <pc:sldMkLst>
          <pc:docMk/>
          <pc:sldMk cId="1012644502" sldId="260"/>
        </pc:sldMkLst>
        <pc:picChg chg="del">
          <ac:chgData name="Donovan Herbert" userId="b20b64d9-3271-419f-9589-4c801c6a7059" providerId="ADAL" clId="{1ADD57A3-0F8F-4CF5-A641-B0CAF3E23C65}" dt="2024-02-27T16:26:23.247" v="33" actId="478"/>
          <ac:picMkLst>
            <pc:docMk/>
            <pc:sldMk cId="1012644502" sldId="260"/>
            <ac:picMk id="3" creationId="{1D103A09-842D-67C7-84DC-A530A370B708}"/>
          </ac:picMkLst>
        </pc:picChg>
        <pc:picChg chg="add mod">
          <ac:chgData name="Donovan Herbert" userId="b20b64d9-3271-419f-9589-4c801c6a7059" providerId="ADAL" clId="{1ADD57A3-0F8F-4CF5-A641-B0CAF3E23C65}" dt="2024-02-27T16:26:31.440" v="36" actId="1076"/>
          <ac:picMkLst>
            <pc:docMk/>
            <pc:sldMk cId="1012644502" sldId="260"/>
            <ac:picMk id="4" creationId="{BDA4CBEC-1B99-4492-E60F-03B396BE5A15}"/>
          </ac:picMkLst>
        </pc:picChg>
      </pc:sldChg>
      <pc:sldChg chg="addSp delSp modSp mod setBg">
        <pc:chgData name="Donovan Herbert" userId="b20b64d9-3271-419f-9589-4c801c6a7059" providerId="ADAL" clId="{1ADD57A3-0F8F-4CF5-A641-B0CAF3E23C65}" dt="2024-02-28T14:42:30.799" v="832" actId="6549"/>
        <pc:sldMkLst>
          <pc:docMk/>
          <pc:sldMk cId="3099640760" sldId="264"/>
        </pc:sldMkLst>
        <pc:spChg chg="mod">
          <ac:chgData name="Donovan Herbert" userId="b20b64d9-3271-419f-9589-4c801c6a7059" providerId="ADAL" clId="{1ADD57A3-0F8F-4CF5-A641-B0CAF3E23C65}" dt="2024-02-27T16:28:40.318" v="53" actId="26606"/>
          <ac:spMkLst>
            <pc:docMk/>
            <pc:sldMk cId="3099640760" sldId="264"/>
            <ac:spMk id="2" creationId="{991655CB-05D2-18FF-D36B-0A6E3EB8864B}"/>
          </ac:spMkLst>
        </pc:spChg>
        <pc:spChg chg="add del mod">
          <ac:chgData name="Donovan Herbert" userId="b20b64d9-3271-419f-9589-4c801c6a7059" providerId="ADAL" clId="{1ADD57A3-0F8F-4CF5-A641-B0CAF3E23C65}" dt="2024-02-28T14:42:30.799" v="832" actId="6549"/>
          <ac:spMkLst>
            <pc:docMk/>
            <pc:sldMk cId="3099640760" sldId="264"/>
            <ac:spMk id="3" creationId="{452DF994-B174-ADDD-7D64-0504A89EC564}"/>
          </ac:spMkLst>
        </pc:spChg>
        <pc:spChg chg="add del">
          <ac:chgData name="Donovan Herbert" userId="b20b64d9-3271-419f-9589-4c801c6a7059" providerId="ADAL" clId="{1ADD57A3-0F8F-4CF5-A641-B0CAF3E23C65}" dt="2024-02-27T16:28:40.318" v="53" actId="26606"/>
          <ac:spMkLst>
            <pc:docMk/>
            <pc:sldMk cId="3099640760" sldId="264"/>
            <ac:spMk id="10" creationId="{B50AB553-2A96-4A92-96F2-93548E096954}"/>
          </ac:spMkLst>
        </pc:spChg>
        <pc:graphicFrameChg chg="add del">
          <ac:chgData name="Donovan Herbert" userId="b20b64d9-3271-419f-9589-4c801c6a7059" providerId="ADAL" clId="{1ADD57A3-0F8F-4CF5-A641-B0CAF3E23C65}" dt="2024-02-27T16:28:40.318" v="53" actId="26606"/>
          <ac:graphicFrameMkLst>
            <pc:docMk/>
            <pc:sldMk cId="3099640760" sldId="264"/>
            <ac:graphicFrameMk id="5" creationId="{3BA93BC1-9064-727D-5F33-5C7157068E06}"/>
          </ac:graphicFrameMkLst>
        </pc:graphicFrameChg>
        <pc:picChg chg="add del">
          <ac:chgData name="Donovan Herbert" userId="b20b64d9-3271-419f-9589-4c801c6a7059" providerId="ADAL" clId="{1ADD57A3-0F8F-4CF5-A641-B0CAF3E23C65}" dt="2024-02-27T16:28:40.318" v="53" actId="26606"/>
          <ac:picMkLst>
            <pc:docMk/>
            <pc:sldMk cId="3099640760" sldId="264"/>
            <ac:picMk id="6" creationId="{0DCF1A77-3BA1-9119-B750-30B839EFC4A2}"/>
          </ac:picMkLst>
        </pc:picChg>
      </pc:sldChg>
      <pc:sldChg chg="addSp delSp modSp mod ord">
        <pc:chgData name="Donovan Herbert" userId="b20b64d9-3271-419f-9589-4c801c6a7059" providerId="ADAL" clId="{1ADD57A3-0F8F-4CF5-A641-B0CAF3E23C65}" dt="2024-02-27T16:27:20.630" v="44" actId="1076"/>
        <pc:sldMkLst>
          <pc:docMk/>
          <pc:sldMk cId="2100473333" sldId="265"/>
        </pc:sldMkLst>
        <pc:picChg chg="del">
          <ac:chgData name="Donovan Herbert" userId="b20b64d9-3271-419f-9589-4c801c6a7059" providerId="ADAL" clId="{1ADD57A3-0F8F-4CF5-A641-B0CAF3E23C65}" dt="2024-02-27T16:26:37.872" v="37" actId="478"/>
          <ac:picMkLst>
            <pc:docMk/>
            <pc:sldMk cId="2100473333" sldId="265"/>
            <ac:picMk id="3" creationId="{34B51F2F-94B0-521C-AE91-A0478BF48B70}"/>
          </ac:picMkLst>
        </pc:picChg>
        <pc:picChg chg="add mod">
          <ac:chgData name="Donovan Herbert" userId="b20b64d9-3271-419f-9589-4c801c6a7059" providerId="ADAL" clId="{1ADD57A3-0F8F-4CF5-A641-B0CAF3E23C65}" dt="2024-02-27T16:27:20.630" v="44" actId="1076"/>
          <ac:picMkLst>
            <pc:docMk/>
            <pc:sldMk cId="2100473333" sldId="265"/>
            <ac:picMk id="4" creationId="{D4BDD791-690E-0643-9AFB-86AD66FE27B7}"/>
          </ac:picMkLst>
        </pc:picChg>
      </pc:sldChg>
      <pc:sldChg chg="ord">
        <pc:chgData name="Donovan Herbert" userId="b20b64d9-3271-419f-9589-4c801c6a7059" providerId="ADAL" clId="{1ADD57A3-0F8F-4CF5-A641-B0CAF3E23C65}" dt="2024-02-27T16:25:06.085" v="32"/>
        <pc:sldMkLst>
          <pc:docMk/>
          <pc:sldMk cId="653808680" sldId="266"/>
        </pc:sldMkLst>
      </pc:sldChg>
      <pc:sldChg chg="modSp mod">
        <pc:chgData name="Donovan Herbert" userId="b20b64d9-3271-419f-9589-4c801c6a7059" providerId="ADAL" clId="{1ADD57A3-0F8F-4CF5-A641-B0CAF3E23C65}" dt="2024-02-27T20:15:41.555" v="730" actId="115"/>
        <pc:sldMkLst>
          <pc:docMk/>
          <pc:sldMk cId="4110210087" sldId="267"/>
        </pc:sldMkLst>
        <pc:spChg chg="mod">
          <ac:chgData name="Donovan Herbert" userId="b20b64d9-3271-419f-9589-4c801c6a7059" providerId="ADAL" clId="{1ADD57A3-0F8F-4CF5-A641-B0CAF3E23C65}" dt="2024-02-27T16:22:08.228" v="17" actId="207"/>
          <ac:spMkLst>
            <pc:docMk/>
            <pc:sldMk cId="4110210087" sldId="267"/>
            <ac:spMk id="2" creationId="{44CD7915-3D05-1662-4CA9-34E02CF8E367}"/>
          </ac:spMkLst>
        </pc:spChg>
        <pc:spChg chg="mod">
          <ac:chgData name="Donovan Herbert" userId="b20b64d9-3271-419f-9589-4c801c6a7059" providerId="ADAL" clId="{1ADD57A3-0F8F-4CF5-A641-B0CAF3E23C65}" dt="2024-02-27T20:15:41.555" v="730" actId="115"/>
          <ac:spMkLst>
            <pc:docMk/>
            <pc:sldMk cId="4110210087" sldId="267"/>
            <ac:spMk id="3" creationId="{A324496B-5010-0FD1-BB57-723BCB7C3F57}"/>
          </ac:spMkLst>
        </pc:spChg>
      </pc:sldChg>
      <pc:sldChg chg="addSp delSp modSp mod ord">
        <pc:chgData name="Donovan Herbert" userId="b20b64d9-3271-419f-9589-4c801c6a7059" providerId="ADAL" clId="{1ADD57A3-0F8F-4CF5-A641-B0CAF3E23C65}" dt="2024-02-28T13:12:45.971" v="735" actId="1076"/>
        <pc:sldMkLst>
          <pc:docMk/>
          <pc:sldMk cId="1323459155" sldId="268"/>
        </pc:sldMkLst>
        <pc:picChg chg="add mod">
          <ac:chgData name="Donovan Herbert" userId="b20b64d9-3271-419f-9589-4c801c6a7059" providerId="ADAL" clId="{1ADD57A3-0F8F-4CF5-A641-B0CAF3E23C65}" dt="2024-02-28T13:12:45.971" v="735" actId="1076"/>
          <ac:picMkLst>
            <pc:docMk/>
            <pc:sldMk cId="1323459155" sldId="268"/>
            <ac:picMk id="2" creationId="{407997D7-E162-98C8-FAFE-2934D56862F1}"/>
          </ac:picMkLst>
        </pc:picChg>
        <pc:picChg chg="add del mod">
          <ac:chgData name="Donovan Herbert" userId="b20b64d9-3271-419f-9589-4c801c6a7059" providerId="ADAL" clId="{1ADD57A3-0F8F-4CF5-A641-B0CAF3E23C65}" dt="2024-02-27T16:19:52.498" v="6" actId="478"/>
          <ac:picMkLst>
            <pc:docMk/>
            <pc:sldMk cId="1323459155" sldId="268"/>
            <ac:picMk id="2" creationId="{C9C5026A-99F8-187D-68F7-140B9CF183EB}"/>
          </ac:picMkLst>
        </pc:picChg>
        <pc:picChg chg="add del mod">
          <ac:chgData name="Donovan Herbert" userId="b20b64d9-3271-419f-9589-4c801c6a7059" providerId="ADAL" clId="{1ADD57A3-0F8F-4CF5-A641-B0CAF3E23C65}" dt="2024-02-27T16:27:55.474" v="45" actId="478"/>
          <ac:picMkLst>
            <pc:docMk/>
            <pc:sldMk cId="1323459155" sldId="268"/>
            <ac:picMk id="3" creationId="{5687162C-2E6E-C8D0-0FCF-937A12A9C889}"/>
          </ac:picMkLst>
        </pc:picChg>
        <pc:picChg chg="add del mod">
          <ac:chgData name="Donovan Herbert" userId="b20b64d9-3271-419f-9589-4c801c6a7059" providerId="ADAL" clId="{1ADD57A3-0F8F-4CF5-A641-B0CAF3E23C65}" dt="2024-02-28T13:12:25.049" v="731" actId="478"/>
          <ac:picMkLst>
            <pc:docMk/>
            <pc:sldMk cId="1323459155" sldId="268"/>
            <ac:picMk id="4" creationId="{4A6CFC8F-8DB2-B0D6-9B63-9B574B6EB797}"/>
          </ac:picMkLst>
        </pc:picChg>
      </pc:sldChg>
      <pc:sldChg chg="add del">
        <pc:chgData name="Donovan Herbert" userId="b20b64d9-3271-419f-9589-4c801c6a7059" providerId="ADAL" clId="{1ADD57A3-0F8F-4CF5-A641-B0CAF3E23C65}" dt="2024-02-28T14:42:31.194" v="833"/>
        <pc:sldMkLst>
          <pc:docMk/>
          <pc:sldMk cId="149607579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7450-DC8D-108B-85D3-F8699A85BA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029"/>
          </a:p>
        </p:txBody>
      </p:sp>
      <p:sp>
        <p:nvSpPr>
          <p:cNvPr id="3" name="Subtitle 2">
            <a:extLst>
              <a:ext uri="{FF2B5EF4-FFF2-40B4-BE49-F238E27FC236}">
                <a16:creationId xmlns:a16="http://schemas.microsoft.com/office/drawing/2014/main" id="{1F9FC80A-566A-BE09-47E2-633B3660B2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029"/>
          </a:p>
        </p:txBody>
      </p:sp>
      <p:sp>
        <p:nvSpPr>
          <p:cNvPr id="4" name="Date Placeholder 3">
            <a:extLst>
              <a:ext uri="{FF2B5EF4-FFF2-40B4-BE49-F238E27FC236}">
                <a16:creationId xmlns:a16="http://schemas.microsoft.com/office/drawing/2014/main" id="{013C5ECC-0C7C-F2F0-9130-1AAA51989824}"/>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6B56B13D-5B6A-D250-1010-A3D31D7E08B0}"/>
              </a:ext>
            </a:extLst>
          </p:cNvPr>
          <p:cNvSpPr>
            <a:spLocks noGrp="1"/>
          </p:cNvSpPr>
          <p:nvPr>
            <p:ph type="ftr" sz="quarter" idx="11"/>
          </p:nvPr>
        </p:nvSpPr>
        <p:spPr/>
        <p:txBody>
          <a:bodyPr/>
          <a:lstStyle/>
          <a:p>
            <a:endParaRPr lang="en-029"/>
          </a:p>
        </p:txBody>
      </p:sp>
      <p:sp>
        <p:nvSpPr>
          <p:cNvPr id="6" name="Slide Number Placeholder 5">
            <a:extLst>
              <a:ext uri="{FF2B5EF4-FFF2-40B4-BE49-F238E27FC236}">
                <a16:creationId xmlns:a16="http://schemas.microsoft.com/office/drawing/2014/main" id="{C827AAC1-0371-363D-F6F6-3D65B4252A61}"/>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173532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E95F-2BB1-2BFD-99F6-F20F0319E012}"/>
              </a:ext>
            </a:extLst>
          </p:cNvPr>
          <p:cNvSpPr>
            <a:spLocks noGrp="1"/>
          </p:cNvSpPr>
          <p:nvPr>
            <p:ph type="title"/>
          </p:nvPr>
        </p:nvSpPr>
        <p:spPr/>
        <p:txBody>
          <a:bodyPr/>
          <a:lstStyle/>
          <a:p>
            <a:r>
              <a:rPr lang="en-US"/>
              <a:t>Click to edit Master title style</a:t>
            </a:r>
            <a:endParaRPr lang="en-029"/>
          </a:p>
        </p:txBody>
      </p:sp>
      <p:sp>
        <p:nvSpPr>
          <p:cNvPr id="3" name="Content Placeholder 2">
            <a:extLst>
              <a:ext uri="{FF2B5EF4-FFF2-40B4-BE49-F238E27FC236}">
                <a16:creationId xmlns:a16="http://schemas.microsoft.com/office/drawing/2014/main" id="{65B75F49-6E0B-4375-8687-BC1BDDECE0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Date Placeholder 3">
            <a:extLst>
              <a:ext uri="{FF2B5EF4-FFF2-40B4-BE49-F238E27FC236}">
                <a16:creationId xmlns:a16="http://schemas.microsoft.com/office/drawing/2014/main" id="{A1EE27E4-D133-C853-7654-42E9CA9F1E11}"/>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5097D9F8-A387-AAD6-41A1-CD30A22E60E3}"/>
              </a:ext>
            </a:extLst>
          </p:cNvPr>
          <p:cNvSpPr>
            <a:spLocks noGrp="1"/>
          </p:cNvSpPr>
          <p:nvPr>
            <p:ph type="ftr" sz="quarter" idx="11"/>
          </p:nvPr>
        </p:nvSpPr>
        <p:spPr/>
        <p:txBody>
          <a:bodyPr/>
          <a:lstStyle/>
          <a:p>
            <a:endParaRPr lang="en-029"/>
          </a:p>
        </p:txBody>
      </p:sp>
      <p:sp>
        <p:nvSpPr>
          <p:cNvPr id="6" name="Slide Number Placeholder 5">
            <a:extLst>
              <a:ext uri="{FF2B5EF4-FFF2-40B4-BE49-F238E27FC236}">
                <a16:creationId xmlns:a16="http://schemas.microsoft.com/office/drawing/2014/main" id="{5E72A05A-3B24-D5D6-A01E-B6846282765D}"/>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890160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319A-938E-6587-EA0A-7110C80FBE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029"/>
          </a:p>
        </p:txBody>
      </p:sp>
      <p:sp>
        <p:nvSpPr>
          <p:cNvPr id="3" name="Text Placeholder 2">
            <a:extLst>
              <a:ext uri="{FF2B5EF4-FFF2-40B4-BE49-F238E27FC236}">
                <a16:creationId xmlns:a16="http://schemas.microsoft.com/office/drawing/2014/main" id="{79DC03BA-E739-A0F4-0C64-15592DCB86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614CF-55B0-1999-E47D-44A0E53DEDE8}"/>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05EEEF5F-3C5A-D5C5-0A14-07E6EB09AB84}"/>
              </a:ext>
            </a:extLst>
          </p:cNvPr>
          <p:cNvSpPr>
            <a:spLocks noGrp="1"/>
          </p:cNvSpPr>
          <p:nvPr>
            <p:ph type="ftr" sz="quarter" idx="11"/>
          </p:nvPr>
        </p:nvSpPr>
        <p:spPr/>
        <p:txBody>
          <a:bodyPr/>
          <a:lstStyle/>
          <a:p>
            <a:endParaRPr lang="en-029"/>
          </a:p>
        </p:txBody>
      </p:sp>
      <p:sp>
        <p:nvSpPr>
          <p:cNvPr id="6" name="Slide Number Placeholder 5">
            <a:extLst>
              <a:ext uri="{FF2B5EF4-FFF2-40B4-BE49-F238E27FC236}">
                <a16:creationId xmlns:a16="http://schemas.microsoft.com/office/drawing/2014/main" id="{F0417ABF-79C2-EE41-B8B8-FA7879323605}"/>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332998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6A77-0281-E6DF-DD19-DED43BDEB32E}"/>
              </a:ext>
            </a:extLst>
          </p:cNvPr>
          <p:cNvSpPr>
            <a:spLocks noGrp="1"/>
          </p:cNvSpPr>
          <p:nvPr>
            <p:ph type="title"/>
          </p:nvPr>
        </p:nvSpPr>
        <p:spPr/>
        <p:txBody>
          <a:bodyPr/>
          <a:lstStyle/>
          <a:p>
            <a:r>
              <a:rPr lang="en-US"/>
              <a:t>Click to edit Master title style</a:t>
            </a:r>
            <a:endParaRPr lang="en-029"/>
          </a:p>
        </p:txBody>
      </p:sp>
      <p:sp>
        <p:nvSpPr>
          <p:cNvPr id="3" name="Content Placeholder 2">
            <a:extLst>
              <a:ext uri="{FF2B5EF4-FFF2-40B4-BE49-F238E27FC236}">
                <a16:creationId xmlns:a16="http://schemas.microsoft.com/office/drawing/2014/main" id="{C9712837-C490-A7BF-92D7-5ECE90CBC8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Content Placeholder 3">
            <a:extLst>
              <a:ext uri="{FF2B5EF4-FFF2-40B4-BE49-F238E27FC236}">
                <a16:creationId xmlns:a16="http://schemas.microsoft.com/office/drawing/2014/main" id="{1112F9FE-8D3A-A254-C1F1-1797145541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5" name="Date Placeholder 4">
            <a:extLst>
              <a:ext uri="{FF2B5EF4-FFF2-40B4-BE49-F238E27FC236}">
                <a16:creationId xmlns:a16="http://schemas.microsoft.com/office/drawing/2014/main" id="{136C0D62-E4E3-77DD-457D-FC85BF3A020B}"/>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6" name="Footer Placeholder 5">
            <a:extLst>
              <a:ext uri="{FF2B5EF4-FFF2-40B4-BE49-F238E27FC236}">
                <a16:creationId xmlns:a16="http://schemas.microsoft.com/office/drawing/2014/main" id="{30ABA168-92FE-F0BE-4864-8D780891A78D}"/>
              </a:ext>
            </a:extLst>
          </p:cNvPr>
          <p:cNvSpPr>
            <a:spLocks noGrp="1"/>
          </p:cNvSpPr>
          <p:nvPr>
            <p:ph type="ftr" sz="quarter" idx="11"/>
          </p:nvPr>
        </p:nvSpPr>
        <p:spPr/>
        <p:txBody>
          <a:bodyPr/>
          <a:lstStyle/>
          <a:p>
            <a:endParaRPr lang="en-029"/>
          </a:p>
        </p:txBody>
      </p:sp>
      <p:sp>
        <p:nvSpPr>
          <p:cNvPr id="7" name="Slide Number Placeholder 6">
            <a:extLst>
              <a:ext uri="{FF2B5EF4-FFF2-40B4-BE49-F238E27FC236}">
                <a16:creationId xmlns:a16="http://schemas.microsoft.com/office/drawing/2014/main" id="{5C227636-1A99-64BD-DC0F-F9B832C5AFF7}"/>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2152675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E191-BBAD-9250-DD15-D8FA346E81D5}"/>
              </a:ext>
            </a:extLst>
          </p:cNvPr>
          <p:cNvSpPr>
            <a:spLocks noGrp="1"/>
          </p:cNvSpPr>
          <p:nvPr>
            <p:ph type="title"/>
          </p:nvPr>
        </p:nvSpPr>
        <p:spPr>
          <a:xfrm>
            <a:off x="839788" y="365125"/>
            <a:ext cx="10515600" cy="1325563"/>
          </a:xfrm>
        </p:spPr>
        <p:txBody>
          <a:bodyPr/>
          <a:lstStyle/>
          <a:p>
            <a:r>
              <a:rPr lang="en-US"/>
              <a:t>Click to edit Master title style</a:t>
            </a:r>
            <a:endParaRPr lang="en-029"/>
          </a:p>
        </p:txBody>
      </p:sp>
      <p:sp>
        <p:nvSpPr>
          <p:cNvPr id="3" name="Text Placeholder 2">
            <a:extLst>
              <a:ext uri="{FF2B5EF4-FFF2-40B4-BE49-F238E27FC236}">
                <a16:creationId xmlns:a16="http://schemas.microsoft.com/office/drawing/2014/main" id="{30C20271-F974-03BF-97A2-00BDEF6C6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F931B4-4CB9-521C-AC00-2E5D37EED8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5" name="Text Placeholder 4">
            <a:extLst>
              <a:ext uri="{FF2B5EF4-FFF2-40B4-BE49-F238E27FC236}">
                <a16:creationId xmlns:a16="http://schemas.microsoft.com/office/drawing/2014/main" id="{707A75D0-6EE6-1C43-D7C6-494576D834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511114-E495-8B7C-60D8-D531F5C51A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7" name="Date Placeholder 6">
            <a:extLst>
              <a:ext uri="{FF2B5EF4-FFF2-40B4-BE49-F238E27FC236}">
                <a16:creationId xmlns:a16="http://schemas.microsoft.com/office/drawing/2014/main" id="{9A90956D-05E9-4D2A-02D2-8D819E86B718}"/>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8" name="Footer Placeholder 7">
            <a:extLst>
              <a:ext uri="{FF2B5EF4-FFF2-40B4-BE49-F238E27FC236}">
                <a16:creationId xmlns:a16="http://schemas.microsoft.com/office/drawing/2014/main" id="{C18619DF-4311-FF0B-C778-52A13B4DEB3C}"/>
              </a:ext>
            </a:extLst>
          </p:cNvPr>
          <p:cNvSpPr>
            <a:spLocks noGrp="1"/>
          </p:cNvSpPr>
          <p:nvPr>
            <p:ph type="ftr" sz="quarter" idx="11"/>
          </p:nvPr>
        </p:nvSpPr>
        <p:spPr/>
        <p:txBody>
          <a:bodyPr/>
          <a:lstStyle/>
          <a:p>
            <a:endParaRPr lang="en-029"/>
          </a:p>
        </p:txBody>
      </p:sp>
      <p:sp>
        <p:nvSpPr>
          <p:cNvPr id="9" name="Slide Number Placeholder 8">
            <a:extLst>
              <a:ext uri="{FF2B5EF4-FFF2-40B4-BE49-F238E27FC236}">
                <a16:creationId xmlns:a16="http://schemas.microsoft.com/office/drawing/2014/main" id="{15450348-16BC-F095-662B-CB4CDA82B895}"/>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1327836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22EF-AB96-4D54-47A6-3E266B5EB1C7}"/>
              </a:ext>
            </a:extLst>
          </p:cNvPr>
          <p:cNvSpPr>
            <a:spLocks noGrp="1"/>
          </p:cNvSpPr>
          <p:nvPr>
            <p:ph type="title"/>
          </p:nvPr>
        </p:nvSpPr>
        <p:spPr/>
        <p:txBody>
          <a:bodyPr/>
          <a:lstStyle/>
          <a:p>
            <a:r>
              <a:rPr lang="en-US"/>
              <a:t>Click to edit Master title style</a:t>
            </a:r>
            <a:endParaRPr lang="en-029"/>
          </a:p>
        </p:txBody>
      </p:sp>
      <p:sp>
        <p:nvSpPr>
          <p:cNvPr id="3" name="Date Placeholder 2">
            <a:extLst>
              <a:ext uri="{FF2B5EF4-FFF2-40B4-BE49-F238E27FC236}">
                <a16:creationId xmlns:a16="http://schemas.microsoft.com/office/drawing/2014/main" id="{49190F00-7746-89D6-183B-FB5D7B669502}"/>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4" name="Footer Placeholder 3">
            <a:extLst>
              <a:ext uri="{FF2B5EF4-FFF2-40B4-BE49-F238E27FC236}">
                <a16:creationId xmlns:a16="http://schemas.microsoft.com/office/drawing/2014/main" id="{4F43F1A1-2E91-E729-D3DE-6AA2944FECA3}"/>
              </a:ext>
            </a:extLst>
          </p:cNvPr>
          <p:cNvSpPr>
            <a:spLocks noGrp="1"/>
          </p:cNvSpPr>
          <p:nvPr>
            <p:ph type="ftr" sz="quarter" idx="11"/>
          </p:nvPr>
        </p:nvSpPr>
        <p:spPr/>
        <p:txBody>
          <a:bodyPr/>
          <a:lstStyle/>
          <a:p>
            <a:endParaRPr lang="en-029"/>
          </a:p>
        </p:txBody>
      </p:sp>
      <p:sp>
        <p:nvSpPr>
          <p:cNvPr id="5" name="Slide Number Placeholder 4">
            <a:extLst>
              <a:ext uri="{FF2B5EF4-FFF2-40B4-BE49-F238E27FC236}">
                <a16:creationId xmlns:a16="http://schemas.microsoft.com/office/drawing/2014/main" id="{3C9B044C-77C4-C4BA-9C87-E633AAEB8EEC}"/>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36929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1523CA-DC45-77B2-EEE1-ED70AD5DC6B6}"/>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3" name="Footer Placeholder 2">
            <a:extLst>
              <a:ext uri="{FF2B5EF4-FFF2-40B4-BE49-F238E27FC236}">
                <a16:creationId xmlns:a16="http://schemas.microsoft.com/office/drawing/2014/main" id="{1235B4FE-8805-9545-9BA8-63974281A37F}"/>
              </a:ext>
            </a:extLst>
          </p:cNvPr>
          <p:cNvSpPr>
            <a:spLocks noGrp="1"/>
          </p:cNvSpPr>
          <p:nvPr>
            <p:ph type="ftr" sz="quarter" idx="11"/>
          </p:nvPr>
        </p:nvSpPr>
        <p:spPr/>
        <p:txBody>
          <a:bodyPr/>
          <a:lstStyle/>
          <a:p>
            <a:endParaRPr lang="en-029"/>
          </a:p>
        </p:txBody>
      </p:sp>
      <p:sp>
        <p:nvSpPr>
          <p:cNvPr id="4" name="Slide Number Placeholder 3">
            <a:extLst>
              <a:ext uri="{FF2B5EF4-FFF2-40B4-BE49-F238E27FC236}">
                <a16:creationId xmlns:a16="http://schemas.microsoft.com/office/drawing/2014/main" id="{95CA4802-7875-6CF1-A459-803402E668A1}"/>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2478842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017E-C453-5AC0-B8C9-2AC35CB348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29"/>
          </a:p>
        </p:txBody>
      </p:sp>
      <p:sp>
        <p:nvSpPr>
          <p:cNvPr id="3" name="Content Placeholder 2">
            <a:extLst>
              <a:ext uri="{FF2B5EF4-FFF2-40B4-BE49-F238E27FC236}">
                <a16:creationId xmlns:a16="http://schemas.microsoft.com/office/drawing/2014/main" id="{3888C1EC-6388-B717-5282-CEEFA58A05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Text Placeholder 3">
            <a:extLst>
              <a:ext uri="{FF2B5EF4-FFF2-40B4-BE49-F238E27FC236}">
                <a16:creationId xmlns:a16="http://schemas.microsoft.com/office/drawing/2014/main" id="{6E573902-2862-BFD3-62E6-21012358C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D5102-32AC-F8E3-5F55-7A8135C6F20B}"/>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6" name="Footer Placeholder 5">
            <a:extLst>
              <a:ext uri="{FF2B5EF4-FFF2-40B4-BE49-F238E27FC236}">
                <a16:creationId xmlns:a16="http://schemas.microsoft.com/office/drawing/2014/main" id="{A2E2D4EF-91A3-3EC0-576D-20CCA50957EA}"/>
              </a:ext>
            </a:extLst>
          </p:cNvPr>
          <p:cNvSpPr>
            <a:spLocks noGrp="1"/>
          </p:cNvSpPr>
          <p:nvPr>
            <p:ph type="ftr" sz="quarter" idx="11"/>
          </p:nvPr>
        </p:nvSpPr>
        <p:spPr/>
        <p:txBody>
          <a:bodyPr/>
          <a:lstStyle/>
          <a:p>
            <a:endParaRPr lang="en-029"/>
          </a:p>
        </p:txBody>
      </p:sp>
      <p:sp>
        <p:nvSpPr>
          <p:cNvPr id="7" name="Slide Number Placeholder 6">
            <a:extLst>
              <a:ext uri="{FF2B5EF4-FFF2-40B4-BE49-F238E27FC236}">
                <a16:creationId xmlns:a16="http://schemas.microsoft.com/office/drawing/2014/main" id="{F48E8F39-573A-AD84-15A6-C965CDA65394}"/>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2308803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D3F5-7889-998C-ACA4-89091EC78B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29"/>
          </a:p>
        </p:txBody>
      </p:sp>
      <p:sp>
        <p:nvSpPr>
          <p:cNvPr id="3" name="Picture Placeholder 2">
            <a:extLst>
              <a:ext uri="{FF2B5EF4-FFF2-40B4-BE49-F238E27FC236}">
                <a16:creationId xmlns:a16="http://schemas.microsoft.com/office/drawing/2014/main" id="{B3898200-0E85-C394-74CA-2F21E5B197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029"/>
          </a:p>
        </p:txBody>
      </p:sp>
      <p:sp>
        <p:nvSpPr>
          <p:cNvPr id="4" name="Text Placeholder 3">
            <a:extLst>
              <a:ext uri="{FF2B5EF4-FFF2-40B4-BE49-F238E27FC236}">
                <a16:creationId xmlns:a16="http://schemas.microsoft.com/office/drawing/2014/main" id="{8F58C4A5-47DC-9C02-67D5-586425C95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006C6-3571-18E8-4D04-B8382427A51C}"/>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6" name="Footer Placeholder 5">
            <a:extLst>
              <a:ext uri="{FF2B5EF4-FFF2-40B4-BE49-F238E27FC236}">
                <a16:creationId xmlns:a16="http://schemas.microsoft.com/office/drawing/2014/main" id="{C25E5805-9ADE-79B6-4340-49CFA7DE10CB}"/>
              </a:ext>
            </a:extLst>
          </p:cNvPr>
          <p:cNvSpPr>
            <a:spLocks noGrp="1"/>
          </p:cNvSpPr>
          <p:nvPr>
            <p:ph type="ftr" sz="quarter" idx="11"/>
          </p:nvPr>
        </p:nvSpPr>
        <p:spPr/>
        <p:txBody>
          <a:bodyPr/>
          <a:lstStyle/>
          <a:p>
            <a:endParaRPr lang="en-029"/>
          </a:p>
        </p:txBody>
      </p:sp>
      <p:sp>
        <p:nvSpPr>
          <p:cNvPr id="7" name="Slide Number Placeholder 6">
            <a:extLst>
              <a:ext uri="{FF2B5EF4-FFF2-40B4-BE49-F238E27FC236}">
                <a16:creationId xmlns:a16="http://schemas.microsoft.com/office/drawing/2014/main" id="{129FE333-E8AB-7667-84C9-5B71F98C47E2}"/>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3092902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98D6-E5ED-F611-4F1E-2AAB1F08AB03}"/>
              </a:ext>
            </a:extLst>
          </p:cNvPr>
          <p:cNvSpPr>
            <a:spLocks noGrp="1"/>
          </p:cNvSpPr>
          <p:nvPr>
            <p:ph type="title"/>
          </p:nvPr>
        </p:nvSpPr>
        <p:spPr/>
        <p:txBody>
          <a:bodyPr/>
          <a:lstStyle/>
          <a:p>
            <a:r>
              <a:rPr lang="en-US"/>
              <a:t>Click to edit Master title style</a:t>
            </a:r>
            <a:endParaRPr lang="en-029"/>
          </a:p>
        </p:txBody>
      </p:sp>
      <p:sp>
        <p:nvSpPr>
          <p:cNvPr id="3" name="Vertical Text Placeholder 2">
            <a:extLst>
              <a:ext uri="{FF2B5EF4-FFF2-40B4-BE49-F238E27FC236}">
                <a16:creationId xmlns:a16="http://schemas.microsoft.com/office/drawing/2014/main" id="{3F043F80-1C74-5F55-1A8F-383DBBA368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Date Placeholder 3">
            <a:extLst>
              <a:ext uri="{FF2B5EF4-FFF2-40B4-BE49-F238E27FC236}">
                <a16:creationId xmlns:a16="http://schemas.microsoft.com/office/drawing/2014/main" id="{C392078B-87AF-9ECB-1DF5-E6770544C77D}"/>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4002F8E8-C050-299D-3241-57B0CE1746AC}"/>
              </a:ext>
            </a:extLst>
          </p:cNvPr>
          <p:cNvSpPr>
            <a:spLocks noGrp="1"/>
          </p:cNvSpPr>
          <p:nvPr>
            <p:ph type="ftr" sz="quarter" idx="11"/>
          </p:nvPr>
        </p:nvSpPr>
        <p:spPr/>
        <p:txBody>
          <a:bodyPr/>
          <a:lstStyle/>
          <a:p>
            <a:endParaRPr lang="en-029"/>
          </a:p>
        </p:txBody>
      </p:sp>
      <p:sp>
        <p:nvSpPr>
          <p:cNvPr id="6" name="Slide Number Placeholder 5">
            <a:extLst>
              <a:ext uri="{FF2B5EF4-FFF2-40B4-BE49-F238E27FC236}">
                <a16:creationId xmlns:a16="http://schemas.microsoft.com/office/drawing/2014/main" id="{9F7A3DD7-19BD-3CA6-7BB9-1FAFEE56D47A}"/>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1946391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1458D1-9D88-C5CC-ABBE-A9605B0BBF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029"/>
          </a:p>
        </p:txBody>
      </p:sp>
      <p:sp>
        <p:nvSpPr>
          <p:cNvPr id="3" name="Vertical Text Placeholder 2">
            <a:extLst>
              <a:ext uri="{FF2B5EF4-FFF2-40B4-BE49-F238E27FC236}">
                <a16:creationId xmlns:a16="http://schemas.microsoft.com/office/drawing/2014/main" id="{026558D9-9ECA-3199-325A-EA03871F04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Date Placeholder 3">
            <a:extLst>
              <a:ext uri="{FF2B5EF4-FFF2-40B4-BE49-F238E27FC236}">
                <a16:creationId xmlns:a16="http://schemas.microsoft.com/office/drawing/2014/main" id="{81C21587-5F77-46DF-23E3-3FF4ED7A5C27}"/>
              </a:ext>
            </a:extLst>
          </p:cNvPr>
          <p:cNvSpPr>
            <a:spLocks noGrp="1"/>
          </p:cNvSpPr>
          <p:nvPr>
            <p:ph type="dt" sz="half" idx="10"/>
          </p:nvPr>
        </p:nvSpPr>
        <p:spPr/>
        <p:txBody>
          <a:body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FF9C7BFB-E94A-93CC-0D2E-48668EAB3CC0}"/>
              </a:ext>
            </a:extLst>
          </p:cNvPr>
          <p:cNvSpPr>
            <a:spLocks noGrp="1"/>
          </p:cNvSpPr>
          <p:nvPr>
            <p:ph type="ftr" sz="quarter" idx="11"/>
          </p:nvPr>
        </p:nvSpPr>
        <p:spPr/>
        <p:txBody>
          <a:bodyPr/>
          <a:lstStyle/>
          <a:p>
            <a:endParaRPr lang="en-029"/>
          </a:p>
        </p:txBody>
      </p:sp>
      <p:sp>
        <p:nvSpPr>
          <p:cNvPr id="6" name="Slide Number Placeholder 5">
            <a:extLst>
              <a:ext uri="{FF2B5EF4-FFF2-40B4-BE49-F238E27FC236}">
                <a16:creationId xmlns:a16="http://schemas.microsoft.com/office/drawing/2014/main" id="{A0B68868-DBFA-939A-8C12-F8E4F01A4C4B}"/>
              </a:ext>
            </a:extLst>
          </p:cNvPr>
          <p:cNvSpPr>
            <a:spLocks noGrp="1"/>
          </p:cNvSpPr>
          <p:nvPr>
            <p:ph type="sldNum" sz="quarter" idx="12"/>
          </p:nvPr>
        </p:nvSpPr>
        <p:spPr/>
        <p:txBody>
          <a:bodyPr/>
          <a:lstStyle/>
          <a:p>
            <a:fld id="{59E3F85F-4372-4B78-83F0-B8F5F41C7280}" type="slidenum">
              <a:rPr lang="en-029" smtClean="0"/>
              <a:t>‹#›</a:t>
            </a:fld>
            <a:endParaRPr lang="en-029"/>
          </a:p>
        </p:txBody>
      </p:sp>
    </p:spTree>
    <p:extLst>
      <p:ext uri="{BB962C8B-B14F-4D97-AF65-F5344CB8AC3E}">
        <p14:creationId xmlns:p14="http://schemas.microsoft.com/office/powerpoint/2010/main" val="1156988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E1AC38-0D8B-E194-41CC-244B6A113A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029"/>
          </a:p>
        </p:txBody>
      </p:sp>
      <p:sp>
        <p:nvSpPr>
          <p:cNvPr id="3" name="Text Placeholder 2">
            <a:extLst>
              <a:ext uri="{FF2B5EF4-FFF2-40B4-BE49-F238E27FC236}">
                <a16:creationId xmlns:a16="http://schemas.microsoft.com/office/drawing/2014/main" id="{F44F0EF0-A980-D419-F670-36BDE657A3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29"/>
          </a:p>
        </p:txBody>
      </p:sp>
      <p:sp>
        <p:nvSpPr>
          <p:cNvPr id="4" name="Date Placeholder 3">
            <a:extLst>
              <a:ext uri="{FF2B5EF4-FFF2-40B4-BE49-F238E27FC236}">
                <a16:creationId xmlns:a16="http://schemas.microsoft.com/office/drawing/2014/main" id="{3E10397F-4F93-DA93-A80E-A0EBBE1EC3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FE10BC-CBC4-4904-8468-4F945AFBE570}" type="datetimeFigureOut">
              <a:rPr lang="en-029" smtClean="0"/>
              <a:t>18/04/2024</a:t>
            </a:fld>
            <a:endParaRPr lang="en-029"/>
          </a:p>
        </p:txBody>
      </p:sp>
      <p:sp>
        <p:nvSpPr>
          <p:cNvPr id="5" name="Footer Placeholder 4">
            <a:extLst>
              <a:ext uri="{FF2B5EF4-FFF2-40B4-BE49-F238E27FC236}">
                <a16:creationId xmlns:a16="http://schemas.microsoft.com/office/drawing/2014/main" id="{C759CF6B-1842-DF8F-755D-EE0E22790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029"/>
          </a:p>
        </p:txBody>
      </p:sp>
      <p:sp>
        <p:nvSpPr>
          <p:cNvPr id="6" name="Slide Number Placeholder 5">
            <a:extLst>
              <a:ext uri="{FF2B5EF4-FFF2-40B4-BE49-F238E27FC236}">
                <a16:creationId xmlns:a16="http://schemas.microsoft.com/office/drawing/2014/main" id="{3A417143-0CF6-6A93-1188-828634014E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E3F85F-4372-4B78-83F0-B8F5F41C7280}" type="slidenum">
              <a:rPr lang="en-029" smtClean="0"/>
              <a:t>‹#›</a:t>
            </a:fld>
            <a:endParaRPr lang="en-029"/>
          </a:p>
        </p:txBody>
      </p:sp>
    </p:spTree>
    <p:extLst>
      <p:ext uri="{BB962C8B-B14F-4D97-AF65-F5344CB8AC3E}">
        <p14:creationId xmlns:p14="http://schemas.microsoft.com/office/powerpoint/2010/main" val="3204144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8DF80-4278-C2D8-CE2C-EA4779B30D03}"/>
              </a:ext>
            </a:extLst>
          </p:cNvPr>
          <p:cNvSpPr>
            <a:spLocks noGrp="1"/>
          </p:cNvSpPr>
          <p:nvPr>
            <p:ph type="ctrTitle"/>
          </p:nvPr>
        </p:nvSpPr>
        <p:spPr>
          <a:xfrm>
            <a:off x="847725" y="800100"/>
            <a:ext cx="10515600" cy="3505199"/>
          </a:xfrm>
          <a:effectLst>
            <a:outerShdw blurRad="152400" dist="317500" dir="5400000" sx="90000" sy="-19000" rotWithShape="0">
              <a:prstClr val="black">
                <a:alpha val="15000"/>
              </a:prstClr>
            </a:outerShdw>
          </a:effectLst>
        </p:spPr>
        <p:txBody>
          <a:bodyPr>
            <a:normAutofit fontScale="90000"/>
          </a:bodyPr>
          <a:lstStyle/>
          <a:p>
            <a:r>
              <a:rPr lang="en-US" sz="20000" b="1"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HSD</a:t>
            </a:r>
            <a:r>
              <a:rPr lang="en-US" sz="20000" b="1" dirty="0">
                <a:solidFill>
                  <a:schemeClr val="accent2"/>
                </a:solidFill>
                <a:effectLst>
                  <a:outerShdw blurRad="38100" dist="38100" dir="2700000" algn="tl">
                    <a:srgbClr val="000000">
                      <a:alpha val="43137"/>
                    </a:srgbClr>
                  </a:outerShdw>
                </a:effectLst>
              </a:rPr>
              <a:t> </a:t>
            </a:r>
            <a:r>
              <a:rPr lang="en-US" sz="20000" b="1"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LEVY</a:t>
            </a:r>
            <a:r>
              <a:rPr lang="en-US" sz="20000" dirty="0">
                <a:solidFill>
                  <a:schemeClr val="accent2"/>
                </a:solidFill>
                <a:effectLst>
                  <a:outerShdw blurRad="38100" dist="38100" dir="2700000" algn="tl">
                    <a:srgbClr val="000000">
                      <a:alpha val="43137"/>
                    </a:srgbClr>
                  </a:outerShdw>
                </a:effectLst>
              </a:rPr>
              <a:t> </a:t>
            </a:r>
            <a:r>
              <a:rPr lang="en-US" sz="6600" i="1" dirty="0">
                <a:solidFill>
                  <a:schemeClr val="accent2"/>
                </a:solidFill>
              </a:rPr>
              <a:t>ADJUSTMENT</a:t>
            </a:r>
            <a:endParaRPr lang="en-029" sz="6600" i="1" dirty="0">
              <a:solidFill>
                <a:schemeClr val="accent2"/>
              </a:solidFill>
            </a:endParaRPr>
          </a:p>
        </p:txBody>
      </p:sp>
      <p:sp>
        <p:nvSpPr>
          <p:cNvPr id="3" name="Subtitle 2">
            <a:extLst>
              <a:ext uri="{FF2B5EF4-FFF2-40B4-BE49-F238E27FC236}">
                <a16:creationId xmlns:a16="http://schemas.microsoft.com/office/drawing/2014/main" id="{91055EFF-8FBF-C220-F98B-55BBB551D94C}"/>
              </a:ext>
            </a:extLst>
          </p:cNvPr>
          <p:cNvSpPr>
            <a:spLocks noGrp="1"/>
          </p:cNvSpPr>
          <p:nvPr>
            <p:ph type="subTitle" idx="1"/>
          </p:nvPr>
        </p:nvSpPr>
        <p:spPr>
          <a:xfrm>
            <a:off x="1524000" y="4430713"/>
            <a:ext cx="9144000" cy="1655762"/>
          </a:xfrm>
        </p:spPr>
        <p:txBody>
          <a:bodyPr/>
          <a:lstStyle/>
          <a:p>
            <a:endParaRPr lang="en-US" dirty="0"/>
          </a:p>
          <a:p>
            <a:r>
              <a:rPr lang="en-US" b="1" dirty="0"/>
              <a:t>Effective</a:t>
            </a:r>
            <a:r>
              <a:rPr lang="en-US" dirty="0"/>
              <a:t>: </a:t>
            </a:r>
            <a:r>
              <a:rPr lang="en-US" i="1" dirty="0"/>
              <a:t>01 March 2024</a:t>
            </a:r>
          </a:p>
        </p:txBody>
      </p:sp>
    </p:spTree>
    <p:extLst>
      <p:ext uri="{BB962C8B-B14F-4D97-AF65-F5344CB8AC3E}">
        <p14:creationId xmlns:p14="http://schemas.microsoft.com/office/powerpoint/2010/main" val="3249469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283E-3D10-56EB-3DF6-017EC009D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D7915-3D05-1662-4CA9-34E02CF8E367}"/>
              </a:ext>
            </a:extLst>
          </p:cNvPr>
          <p:cNvSpPr>
            <a:spLocks noGrp="1"/>
          </p:cNvSpPr>
          <p:nvPr>
            <p:ph type="title"/>
          </p:nvPr>
        </p:nvSpPr>
        <p:spPr/>
        <p:txBody>
          <a:bodyPr/>
          <a:lstStyle/>
          <a:p>
            <a:r>
              <a:rPr lang="en-US" dirty="0">
                <a:solidFill>
                  <a:schemeClr val="accent2"/>
                </a:solidFill>
              </a:rPr>
              <a:t>HSD LEVY ADJUSTMENT</a:t>
            </a:r>
            <a:endParaRPr lang="en-029" dirty="0">
              <a:solidFill>
                <a:schemeClr val="accent2"/>
              </a:solidFill>
            </a:endParaRPr>
          </a:p>
        </p:txBody>
      </p:sp>
      <p:sp>
        <p:nvSpPr>
          <p:cNvPr id="3" name="Content Placeholder 2">
            <a:extLst>
              <a:ext uri="{FF2B5EF4-FFF2-40B4-BE49-F238E27FC236}">
                <a16:creationId xmlns:a16="http://schemas.microsoft.com/office/drawing/2014/main" id="{A324496B-5010-0FD1-BB57-723BCB7C3F57}"/>
              </a:ext>
            </a:extLst>
          </p:cNvPr>
          <p:cNvSpPr>
            <a:spLocks noGrp="1"/>
          </p:cNvSpPr>
          <p:nvPr>
            <p:ph idx="1"/>
          </p:nvPr>
        </p:nvSpPr>
        <p:spPr>
          <a:xfrm>
            <a:off x="838200" y="1825625"/>
            <a:ext cx="10224247" cy="4351338"/>
          </a:xfrm>
        </p:spPr>
        <p:txBody>
          <a:bodyPr/>
          <a:lstStyle/>
          <a:p>
            <a:pPr marL="0" marR="0" indent="0" algn="just">
              <a:spcBef>
                <a:spcPts val="0"/>
              </a:spcBef>
              <a:spcAft>
                <a:spcPts val="0"/>
              </a:spcAft>
              <a:buNone/>
            </a:pPr>
            <a:r>
              <a:rPr lang="en-029" sz="1800" dirty="0">
                <a:effectLst/>
                <a:latin typeface="Calibri" panose="020F0502020204030204" pitchFamily="34" charset="0"/>
                <a:ea typeface="Aptos" panose="020B0004020202020204" pitchFamily="34" charset="0"/>
              </a:rPr>
              <a:t>While the minimum wage was increased from $360.00 per week to $430.00 per week effective 1</a:t>
            </a:r>
            <a:r>
              <a:rPr lang="en-029" sz="1800" baseline="30000" dirty="0">
                <a:effectLst/>
                <a:latin typeface="Calibri" panose="020F0502020204030204" pitchFamily="34" charset="0"/>
                <a:ea typeface="Aptos" panose="020B0004020202020204" pitchFamily="34" charset="0"/>
              </a:rPr>
              <a:t>st</a:t>
            </a:r>
            <a:r>
              <a:rPr lang="en-029" sz="1800" dirty="0">
                <a:effectLst/>
                <a:latin typeface="Calibri" panose="020F0502020204030204" pitchFamily="34" charset="0"/>
                <a:ea typeface="Aptos" panose="020B0004020202020204" pitchFamily="34" charset="0"/>
              </a:rPr>
              <a:t> January 2024, the threshold for exemption from Housing and Social Development Levy will be set at $450.00 as of </a:t>
            </a:r>
            <a:r>
              <a:rPr lang="en-029" sz="1800" b="1" dirty="0">
                <a:solidFill>
                  <a:schemeClr val="accent2"/>
                </a:solidFill>
                <a:effectLst/>
                <a:latin typeface="Calibri" panose="020F0502020204030204" pitchFamily="34" charset="0"/>
                <a:ea typeface="Aptos" panose="020B0004020202020204" pitchFamily="34" charset="0"/>
              </a:rPr>
              <a:t>1</a:t>
            </a:r>
            <a:r>
              <a:rPr lang="en-029" sz="1800" b="1" baseline="30000" dirty="0">
                <a:solidFill>
                  <a:schemeClr val="accent2"/>
                </a:solidFill>
                <a:effectLst/>
                <a:latin typeface="Calibri" panose="020F0502020204030204" pitchFamily="34" charset="0"/>
                <a:ea typeface="Aptos" panose="020B0004020202020204" pitchFamily="34" charset="0"/>
              </a:rPr>
              <a:t>st</a:t>
            </a:r>
            <a:r>
              <a:rPr lang="en-029" sz="1800" b="1" dirty="0">
                <a:solidFill>
                  <a:schemeClr val="accent2"/>
                </a:solidFill>
                <a:effectLst/>
                <a:latin typeface="Calibri" panose="020F0502020204030204" pitchFamily="34" charset="0"/>
                <a:ea typeface="Aptos" panose="020B0004020202020204" pitchFamily="34" charset="0"/>
              </a:rPr>
              <a:t> March 2024</a:t>
            </a:r>
            <a:r>
              <a:rPr lang="en-029" sz="1800" dirty="0">
                <a:effectLst/>
                <a:latin typeface="Calibri" panose="020F0502020204030204" pitchFamily="34" charset="0"/>
                <a:ea typeface="Aptos" panose="020B0004020202020204" pitchFamily="34" charset="0"/>
              </a:rPr>
              <a:t>. It is important to note that the SSB continues to operate on the basis where weeks start on Mondays. </a:t>
            </a:r>
            <a:r>
              <a:rPr lang="en-029" sz="1800" i="1" dirty="0">
                <a:solidFill>
                  <a:schemeClr val="accent2"/>
                </a:solidFill>
                <a:effectLst/>
                <a:latin typeface="Calibri" panose="020F0502020204030204" pitchFamily="34" charset="0"/>
                <a:ea typeface="Aptos" panose="020B0004020202020204" pitchFamily="34" charset="0"/>
              </a:rPr>
              <a:t>This means that the first contribution week where the Levy Adjustment applies, starts on </a:t>
            </a:r>
            <a:r>
              <a:rPr lang="en-029" sz="1800" b="1" i="1" dirty="0">
                <a:solidFill>
                  <a:schemeClr val="accent2"/>
                </a:solidFill>
                <a:effectLst/>
                <a:latin typeface="Calibri" panose="020F0502020204030204" pitchFamily="34" charset="0"/>
                <a:ea typeface="Aptos" panose="020B0004020202020204" pitchFamily="34" charset="0"/>
              </a:rPr>
              <a:t>4</a:t>
            </a:r>
            <a:r>
              <a:rPr lang="en-029" sz="1800" b="1" i="1" baseline="30000" dirty="0">
                <a:solidFill>
                  <a:schemeClr val="accent2"/>
                </a:solidFill>
                <a:effectLst/>
                <a:latin typeface="Calibri" panose="020F0502020204030204" pitchFamily="34" charset="0"/>
                <a:ea typeface="Aptos" panose="020B0004020202020204" pitchFamily="34" charset="0"/>
              </a:rPr>
              <a:t>th</a:t>
            </a:r>
            <a:r>
              <a:rPr lang="en-029" sz="1800" b="1" i="1" dirty="0">
                <a:solidFill>
                  <a:schemeClr val="accent2"/>
                </a:solidFill>
                <a:effectLst/>
                <a:latin typeface="Calibri" panose="020F0502020204030204" pitchFamily="34" charset="0"/>
                <a:ea typeface="Aptos" panose="020B0004020202020204" pitchFamily="34" charset="0"/>
              </a:rPr>
              <a:t> March 2024</a:t>
            </a:r>
            <a:r>
              <a:rPr lang="en-029" sz="1800" i="1" dirty="0">
                <a:effectLst/>
                <a:latin typeface="Calibri" panose="020F0502020204030204" pitchFamily="34" charset="0"/>
                <a:ea typeface="Aptos" panose="020B0004020202020204" pitchFamily="34" charset="0"/>
              </a:rPr>
              <a:t>. </a:t>
            </a:r>
            <a:r>
              <a:rPr lang="en-029" sz="1800" i="1" u="sng" dirty="0">
                <a:effectLst/>
                <a:latin typeface="Calibri" panose="020F0502020204030204" pitchFamily="34" charset="0"/>
                <a:ea typeface="Aptos" panose="020B0004020202020204" pitchFamily="34" charset="0"/>
              </a:rPr>
              <a:t>Wages earned before the start of that week will be subject to the old HSD Levy rules.</a:t>
            </a:r>
          </a:p>
          <a:p>
            <a:pPr marL="0" marR="0" indent="0" algn="just">
              <a:spcBef>
                <a:spcPts val="0"/>
              </a:spcBef>
              <a:spcAft>
                <a:spcPts val="0"/>
              </a:spcAft>
              <a:buNone/>
            </a:pPr>
            <a:endParaRPr lang="en-029" sz="1800" dirty="0">
              <a:latin typeface="Calibri" panose="020F0502020204030204" pitchFamily="34" charset="0"/>
              <a:ea typeface="Aptos" panose="020B0004020202020204" pitchFamily="34" charset="0"/>
            </a:endParaRPr>
          </a:p>
          <a:p>
            <a:pPr marL="0" marR="0" indent="0" algn="just">
              <a:spcBef>
                <a:spcPts val="0"/>
              </a:spcBef>
              <a:spcAft>
                <a:spcPts val="0"/>
              </a:spcAft>
              <a:buNone/>
            </a:pPr>
            <a:r>
              <a:rPr lang="en-029" sz="1800" dirty="0">
                <a:effectLst/>
                <a:latin typeface="Calibri" panose="020F0502020204030204" pitchFamily="34" charset="0"/>
                <a:ea typeface="Aptos" panose="020B0004020202020204" pitchFamily="34" charset="0"/>
              </a:rPr>
              <a:t>That is, only the 5% Social Security deductions should be applied to employee wages between $0.01 to $450.00 per week or $0.01 to $1,950.00 per month.</a:t>
            </a:r>
          </a:p>
          <a:p>
            <a:pPr marL="0" marR="0" indent="0" algn="just">
              <a:spcBef>
                <a:spcPts val="0"/>
              </a:spcBef>
              <a:spcAft>
                <a:spcPts val="0"/>
              </a:spcAft>
              <a:buNone/>
            </a:pPr>
            <a:endParaRPr lang="en-029" sz="1800" dirty="0">
              <a:latin typeface="Calibri" panose="020F0502020204030204" pitchFamily="34" charset="0"/>
              <a:ea typeface="Aptos" panose="020B0004020202020204" pitchFamily="34" charset="0"/>
            </a:endParaRPr>
          </a:p>
          <a:p>
            <a:pPr marL="0" marR="0" indent="0" algn="just">
              <a:spcBef>
                <a:spcPts val="0"/>
              </a:spcBef>
              <a:spcAft>
                <a:spcPts val="0"/>
              </a:spcAft>
              <a:buNone/>
            </a:pPr>
            <a:r>
              <a:rPr lang="en-029" sz="1800" dirty="0">
                <a:effectLst/>
                <a:latin typeface="Calibri" panose="020F0502020204030204" pitchFamily="34" charset="0"/>
                <a:ea typeface="Aptos" panose="020B0004020202020204" pitchFamily="34" charset="0"/>
              </a:rPr>
              <a:t>The rationale for this move was to ensure that employees earning above $450.00 per week, would not have </a:t>
            </a:r>
            <a:r>
              <a:rPr lang="en-029" sz="1800" i="1" dirty="0">
                <a:effectLst/>
                <a:latin typeface="Calibri" panose="020F0502020204030204" pitchFamily="34" charset="0"/>
                <a:ea typeface="Aptos" panose="020B0004020202020204" pitchFamily="34" charset="0"/>
              </a:rPr>
              <a:t>take-home-pay</a:t>
            </a:r>
            <a:r>
              <a:rPr lang="en-029" sz="1800" dirty="0">
                <a:effectLst/>
                <a:latin typeface="Calibri" panose="020F0502020204030204" pitchFamily="34" charset="0"/>
                <a:ea typeface="Aptos" panose="020B0004020202020204" pitchFamily="34" charset="0"/>
              </a:rPr>
              <a:t> that is less than that of minimum wage earners. That is, after the wage deductions due to SSC and Levy, they would not have a net wage that is less than the net wage of the minimum wage earner whose sole deduction will be the SSC at 5%.</a:t>
            </a:r>
          </a:p>
          <a:p>
            <a:pPr marL="0" marR="0" indent="0" algn="just">
              <a:spcBef>
                <a:spcPts val="0"/>
              </a:spcBef>
              <a:spcAft>
                <a:spcPts val="0"/>
              </a:spcAft>
              <a:buNone/>
            </a:pPr>
            <a:endParaRPr lang="en-029" sz="1800" dirty="0">
              <a:effectLst/>
              <a:latin typeface="Calibri" panose="020F0502020204030204" pitchFamily="34" charset="0"/>
              <a:ea typeface="Aptos" panose="020B0004020202020204" pitchFamily="34" charset="0"/>
            </a:endParaRPr>
          </a:p>
          <a:p>
            <a:pPr marL="0" marR="0" indent="0" algn="just">
              <a:spcBef>
                <a:spcPts val="0"/>
              </a:spcBef>
              <a:spcAft>
                <a:spcPts val="0"/>
              </a:spcAft>
              <a:buNone/>
            </a:pPr>
            <a:r>
              <a:rPr lang="en-029" sz="1800" dirty="0">
                <a:effectLst/>
                <a:latin typeface="Calibri" panose="020F0502020204030204" pitchFamily="34" charset="0"/>
                <a:ea typeface="Aptos" panose="020B0004020202020204" pitchFamily="34" charset="0"/>
              </a:rPr>
              <a:t>The tables below give a summary of the HSD Levy Tiers and Applicable Rates </a:t>
            </a:r>
            <a:r>
              <a:rPr lang="en-029" sz="1800" i="1" dirty="0">
                <a:effectLst/>
                <a:latin typeface="Calibri" panose="020F0502020204030204" pitchFamily="34" charset="0"/>
                <a:ea typeface="Aptos" panose="020B0004020202020204" pitchFamily="34" charset="0"/>
              </a:rPr>
              <a:t>(see Table 01)</a:t>
            </a:r>
            <a:r>
              <a:rPr lang="en-029" sz="1800" dirty="0">
                <a:effectLst/>
                <a:latin typeface="Calibri" panose="020F0502020204030204" pitchFamily="34" charset="0"/>
                <a:ea typeface="Aptos" panose="020B0004020202020204" pitchFamily="34" charset="0"/>
              </a:rPr>
              <a:t> and the HSD Levy Thresholds by Pay Cycle </a:t>
            </a:r>
            <a:r>
              <a:rPr lang="en-029" sz="1800" i="1" dirty="0">
                <a:effectLst/>
                <a:latin typeface="Calibri" panose="020F0502020204030204" pitchFamily="34" charset="0"/>
                <a:ea typeface="Aptos" panose="020B0004020202020204" pitchFamily="34" charset="0"/>
              </a:rPr>
              <a:t>(see Table 03)</a:t>
            </a:r>
            <a:r>
              <a:rPr lang="en-029" sz="1800" dirty="0">
                <a:effectLst/>
                <a:latin typeface="Calibri" panose="020F0502020204030204" pitchFamily="34" charset="0"/>
                <a:ea typeface="Aptos" panose="020B0004020202020204" pitchFamily="34" charset="0"/>
              </a:rPr>
              <a:t>.</a:t>
            </a:r>
          </a:p>
          <a:p>
            <a:pPr marL="0" indent="0" algn="just">
              <a:buNone/>
            </a:pPr>
            <a:endParaRPr lang="en-029" dirty="0"/>
          </a:p>
        </p:txBody>
      </p:sp>
    </p:spTree>
    <p:extLst>
      <p:ext uri="{BB962C8B-B14F-4D97-AF65-F5344CB8AC3E}">
        <p14:creationId xmlns:p14="http://schemas.microsoft.com/office/powerpoint/2010/main" val="4110210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7AC9-8F64-4501-3A4F-20180180131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390CBE-C29D-C0D9-322B-2FE32F79AC14}"/>
              </a:ext>
            </a:extLst>
          </p:cNvPr>
          <p:cNvPicPr>
            <a:picLocks noChangeAspect="1"/>
          </p:cNvPicPr>
          <p:nvPr/>
        </p:nvPicPr>
        <p:blipFill>
          <a:blip r:embed="rId2"/>
          <a:stretch>
            <a:fillRect/>
          </a:stretch>
        </p:blipFill>
        <p:spPr>
          <a:xfrm>
            <a:off x="1098804" y="449388"/>
            <a:ext cx="9994392" cy="5959223"/>
          </a:xfrm>
          <a:prstGeom prst="rect">
            <a:avLst/>
          </a:prstGeom>
        </p:spPr>
      </p:pic>
    </p:spTree>
    <p:extLst>
      <p:ext uri="{BB962C8B-B14F-4D97-AF65-F5344CB8AC3E}">
        <p14:creationId xmlns:p14="http://schemas.microsoft.com/office/powerpoint/2010/main" val="1962036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E839-E949-E242-F62B-EBF95145C6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71A2168-1FC0-4A01-231A-5179242FC1CD}"/>
              </a:ext>
            </a:extLst>
          </p:cNvPr>
          <p:cNvPicPr>
            <a:picLocks noChangeAspect="1"/>
          </p:cNvPicPr>
          <p:nvPr/>
        </p:nvPicPr>
        <p:blipFill>
          <a:blip r:embed="rId2"/>
          <a:stretch>
            <a:fillRect/>
          </a:stretch>
        </p:blipFill>
        <p:spPr>
          <a:xfrm>
            <a:off x="1047413" y="418746"/>
            <a:ext cx="10097173" cy="6020507"/>
          </a:xfrm>
          <a:prstGeom prst="rect">
            <a:avLst/>
          </a:prstGeom>
        </p:spPr>
      </p:pic>
    </p:spTree>
    <p:extLst>
      <p:ext uri="{BB962C8B-B14F-4D97-AF65-F5344CB8AC3E}">
        <p14:creationId xmlns:p14="http://schemas.microsoft.com/office/powerpoint/2010/main" val="101264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E839-E949-E242-F62B-EBF95145C6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896B194-3E9F-435E-AB48-DA24B724A95F}"/>
              </a:ext>
            </a:extLst>
          </p:cNvPr>
          <p:cNvPicPr>
            <a:picLocks noChangeAspect="1"/>
          </p:cNvPicPr>
          <p:nvPr/>
        </p:nvPicPr>
        <p:blipFill>
          <a:blip r:embed="rId2"/>
          <a:stretch>
            <a:fillRect/>
          </a:stretch>
        </p:blipFill>
        <p:spPr>
          <a:xfrm>
            <a:off x="889525" y="504456"/>
            <a:ext cx="10412949" cy="5849087"/>
          </a:xfrm>
          <a:prstGeom prst="rect">
            <a:avLst/>
          </a:prstGeom>
        </p:spPr>
      </p:pic>
    </p:spTree>
    <p:extLst>
      <p:ext uri="{BB962C8B-B14F-4D97-AF65-F5344CB8AC3E}">
        <p14:creationId xmlns:p14="http://schemas.microsoft.com/office/powerpoint/2010/main" val="1225655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9E405-26EA-E9F7-965D-D85488894A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A6FB8E-CEB0-7816-A8F7-7E08E93C40B6}"/>
              </a:ext>
            </a:extLst>
          </p:cNvPr>
          <p:cNvPicPr>
            <a:picLocks noChangeAspect="1"/>
          </p:cNvPicPr>
          <p:nvPr/>
        </p:nvPicPr>
        <p:blipFill>
          <a:blip r:embed="rId2"/>
          <a:stretch>
            <a:fillRect/>
          </a:stretch>
        </p:blipFill>
        <p:spPr>
          <a:xfrm>
            <a:off x="1098849" y="449415"/>
            <a:ext cx="9994301" cy="5959169"/>
          </a:xfrm>
          <a:prstGeom prst="rect">
            <a:avLst/>
          </a:prstGeom>
        </p:spPr>
      </p:pic>
    </p:spTree>
    <p:extLst>
      <p:ext uri="{BB962C8B-B14F-4D97-AF65-F5344CB8AC3E}">
        <p14:creationId xmlns:p14="http://schemas.microsoft.com/office/powerpoint/2010/main" val="653808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E839-E949-E242-F62B-EBF95145C6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D0876C2-17A9-A1A4-6F8D-D7BB0E1978AA}"/>
              </a:ext>
            </a:extLst>
          </p:cNvPr>
          <p:cNvPicPr>
            <a:picLocks noChangeAspect="1"/>
          </p:cNvPicPr>
          <p:nvPr/>
        </p:nvPicPr>
        <p:blipFill>
          <a:blip r:embed="rId2"/>
          <a:stretch>
            <a:fillRect/>
          </a:stretch>
        </p:blipFill>
        <p:spPr>
          <a:xfrm>
            <a:off x="1053493" y="596559"/>
            <a:ext cx="10085013" cy="5664881"/>
          </a:xfrm>
          <a:prstGeom prst="rect">
            <a:avLst/>
          </a:prstGeom>
        </p:spPr>
      </p:pic>
    </p:spTree>
    <p:extLst>
      <p:ext uri="{BB962C8B-B14F-4D97-AF65-F5344CB8AC3E}">
        <p14:creationId xmlns:p14="http://schemas.microsoft.com/office/powerpoint/2010/main" val="3722340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DEEB-3700-E7E6-0C02-0670B8E1E4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4BDD791-690E-0643-9AFB-86AD66FE27B7}"/>
              </a:ext>
            </a:extLst>
          </p:cNvPr>
          <p:cNvPicPr>
            <a:picLocks noChangeAspect="1"/>
          </p:cNvPicPr>
          <p:nvPr/>
        </p:nvPicPr>
        <p:blipFill>
          <a:blip r:embed="rId2"/>
          <a:stretch>
            <a:fillRect/>
          </a:stretch>
        </p:blipFill>
        <p:spPr>
          <a:xfrm>
            <a:off x="675384" y="900112"/>
            <a:ext cx="10841231" cy="5057775"/>
          </a:xfrm>
          <a:prstGeom prst="rect">
            <a:avLst/>
          </a:prstGeom>
        </p:spPr>
      </p:pic>
    </p:spTree>
    <p:extLst>
      <p:ext uri="{BB962C8B-B14F-4D97-AF65-F5344CB8AC3E}">
        <p14:creationId xmlns:p14="http://schemas.microsoft.com/office/powerpoint/2010/main" val="210047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E839-E949-E242-F62B-EBF95145C6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DA4CBEC-1B99-4492-E60F-03B396BE5A15}"/>
              </a:ext>
            </a:extLst>
          </p:cNvPr>
          <p:cNvPicPr>
            <a:picLocks noChangeAspect="1"/>
          </p:cNvPicPr>
          <p:nvPr/>
        </p:nvPicPr>
        <p:blipFill>
          <a:blip r:embed="rId2"/>
          <a:stretch>
            <a:fillRect/>
          </a:stretch>
        </p:blipFill>
        <p:spPr>
          <a:xfrm>
            <a:off x="3087781" y="199245"/>
            <a:ext cx="6016438" cy="6459509"/>
          </a:xfrm>
          <a:prstGeom prst="rect">
            <a:avLst/>
          </a:prstGeom>
        </p:spPr>
      </p:pic>
    </p:spTree>
    <p:extLst>
      <p:ext uri="{BB962C8B-B14F-4D97-AF65-F5344CB8AC3E}">
        <p14:creationId xmlns:p14="http://schemas.microsoft.com/office/powerpoint/2010/main" val="2267606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7997D7-E162-98C8-FAFE-2934D56862F1}"/>
              </a:ext>
            </a:extLst>
          </p:cNvPr>
          <p:cNvPicPr>
            <a:picLocks noChangeAspect="1"/>
          </p:cNvPicPr>
          <p:nvPr/>
        </p:nvPicPr>
        <p:blipFill>
          <a:blip r:embed="rId2"/>
          <a:stretch>
            <a:fillRect/>
          </a:stretch>
        </p:blipFill>
        <p:spPr>
          <a:xfrm>
            <a:off x="93059" y="1009650"/>
            <a:ext cx="12005882" cy="4838700"/>
          </a:xfrm>
          <a:prstGeom prst="rect">
            <a:avLst/>
          </a:prstGeom>
        </p:spPr>
      </p:pic>
    </p:spTree>
    <p:extLst>
      <p:ext uri="{BB962C8B-B14F-4D97-AF65-F5344CB8AC3E}">
        <p14:creationId xmlns:p14="http://schemas.microsoft.com/office/powerpoint/2010/main" val="1323459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55CB-05D2-18FF-D36B-0A6E3EB8864B}"/>
              </a:ext>
            </a:extLst>
          </p:cNvPr>
          <p:cNvSpPr>
            <a:spLocks noGrp="1"/>
          </p:cNvSpPr>
          <p:nvPr>
            <p:ph type="title"/>
          </p:nvPr>
        </p:nvSpPr>
        <p:spPr/>
        <p:txBody>
          <a:bodyPr/>
          <a:lstStyle/>
          <a:p>
            <a:r>
              <a:rPr lang="en-US" dirty="0"/>
              <a:t>FAQ’s</a:t>
            </a:r>
            <a:endParaRPr lang="en-029" dirty="0"/>
          </a:p>
        </p:txBody>
      </p:sp>
      <p:sp>
        <p:nvSpPr>
          <p:cNvPr id="3" name="Content Placeholder 2">
            <a:extLst>
              <a:ext uri="{FF2B5EF4-FFF2-40B4-BE49-F238E27FC236}">
                <a16:creationId xmlns:a16="http://schemas.microsoft.com/office/drawing/2014/main" id="{452DF994-B174-ADDD-7D64-0504A89EC564}"/>
              </a:ext>
            </a:extLst>
          </p:cNvPr>
          <p:cNvSpPr>
            <a:spLocks noGrp="1"/>
          </p:cNvSpPr>
          <p:nvPr>
            <p:ph idx="1"/>
          </p:nvPr>
        </p:nvSpPr>
        <p:spPr/>
        <p:txBody>
          <a:bodyPr>
            <a:normAutofit/>
          </a:bodyPr>
          <a:lstStyle/>
          <a:p>
            <a:pPr marL="0" marR="0" indent="0">
              <a:lnSpc>
                <a:spcPct val="120000"/>
              </a:lnSpc>
              <a:spcBef>
                <a:spcPts val="0"/>
              </a:spcBef>
              <a:spcAft>
                <a:spcPts val="0"/>
              </a:spcAft>
              <a:buNone/>
            </a:pPr>
            <a:r>
              <a:rPr lang="en-029" sz="2400" b="1" dirty="0">
                <a:latin typeface="Calibri" panose="020F0502020204030204" pitchFamily="34" charset="0"/>
                <a:ea typeface="Aptos" panose="020B0004020202020204" pitchFamily="34" charset="0"/>
              </a:rPr>
              <a:t>Q-1: How will the deductions be handled for January AND February 2024 wages that are reported in March or April 2024?</a:t>
            </a:r>
          </a:p>
          <a:p>
            <a:pPr marL="0" marR="0" indent="0">
              <a:lnSpc>
                <a:spcPct val="120000"/>
              </a:lnSpc>
              <a:spcBef>
                <a:spcPts val="0"/>
              </a:spcBef>
              <a:spcAft>
                <a:spcPts val="0"/>
              </a:spcAft>
              <a:buNone/>
            </a:pPr>
            <a:endParaRPr lang="en-029" sz="1800" dirty="0">
              <a:latin typeface="Calibri" panose="020F0502020204030204" pitchFamily="34" charset="0"/>
              <a:ea typeface="Aptos" panose="020B0004020202020204" pitchFamily="34" charset="0"/>
            </a:endParaRPr>
          </a:p>
          <a:p>
            <a:pPr marL="0" marR="0" indent="0">
              <a:lnSpc>
                <a:spcPct val="120000"/>
              </a:lnSpc>
              <a:spcBef>
                <a:spcPts val="0"/>
              </a:spcBef>
              <a:spcAft>
                <a:spcPts val="0"/>
              </a:spcAft>
              <a:buNone/>
            </a:pPr>
            <a:r>
              <a:rPr lang="en-029" sz="1800" b="1" i="1" dirty="0">
                <a:solidFill>
                  <a:schemeClr val="accent2"/>
                </a:solidFill>
                <a:latin typeface="Calibri" panose="020F0502020204030204" pitchFamily="34" charset="0"/>
                <a:ea typeface="Aptos" panose="020B0004020202020204" pitchFamily="34" charset="0"/>
              </a:rPr>
              <a:t>A-1:</a:t>
            </a:r>
            <a:r>
              <a:rPr lang="en-029" sz="1800" i="1" dirty="0">
                <a:solidFill>
                  <a:schemeClr val="accent2"/>
                </a:solidFill>
                <a:latin typeface="Calibri" panose="020F0502020204030204" pitchFamily="34" charset="0"/>
                <a:ea typeface="Aptos" panose="020B0004020202020204" pitchFamily="34" charset="0"/>
              </a:rPr>
              <a:t> The important thing to note is the period where the wages were paid. That is, the wages were paid in January or February 2024, which is before the Levy Adjustment was made. Therefore, the 2023 levy thresholds apply. </a:t>
            </a:r>
          </a:p>
          <a:p>
            <a:pPr marL="0" marR="0" indent="0">
              <a:lnSpc>
                <a:spcPct val="120000"/>
              </a:lnSpc>
              <a:spcBef>
                <a:spcPts val="0"/>
              </a:spcBef>
              <a:spcAft>
                <a:spcPts val="0"/>
              </a:spcAft>
              <a:buNone/>
            </a:pPr>
            <a:endParaRPr lang="en-029" sz="1800" i="1" dirty="0">
              <a:solidFill>
                <a:schemeClr val="accent2"/>
              </a:solidFill>
              <a:latin typeface="Calibri" panose="020F0502020204030204" pitchFamily="34" charset="0"/>
              <a:ea typeface="Aptos" panose="020B0004020202020204" pitchFamily="34" charset="0"/>
            </a:endParaRPr>
          </a:p>
          <a:p>
            <a:pPr marL="0" marR="0" indent="0">
              <a:lnSpc>
                <a:spcPct val="120000"/>
              </a:lnSpc>
              <a:spcBef>
                <a:spcPts val="0"/>
              </a:spcBef>
              <a:spcAft>
                <a:spcPts val="0"/>
              </a:spcAft>
              <a:buNone/>
            </a:pPr>
            <a:r>
              <a:rPr lang="en-029" sz="1800" i="1" dirty="0">
                <a:solidFill>
                  <a:schemeClr val="accent2"/>
                </a:solidFill>
                <a:latin typeface="Calibri" panose="020F0502020204030204" pitchFamily="34" charset="0"/>
                <a:ea typeface="Aptos" panose="020B0004020202020204" pitchFamily="34" charset="0"/>
              </a:rPr>
              <a:t>For example, wages below $360.01 per week or $1,560.00 per month that were earned in January or February 2024, are exempt from employee levy deductions. </a:t>
            </a:r>
          </a:p>
          <a:p>
            <a:pPr marL="0" marR="0" indent="0">
              <a:lnSpc>
                <a:spcPct val="120000"/>
              </a:lnSpc>
              <a:spcBef>
                <a:spcPts val="0"/>
              </a:spcBef>
              <a:spcAft>
                <a:spcPts val="0"/>
              </a:spcAft>
              <a:buNone/>
            </a:pPr>
            <a:endParaRPr lang="en-029" sz="1800" i="1" dirty="0">
              <a:solidFill>
                <a:schemeClr val="accent2"/>
              </a:solidFill>
              <a:latin typeface="Calibri" panose="020F0502020204030204" pitchFamily="34" charset="0"/>
              <a:ea typeface="Aptos" panose="020B0004020202020204" pitchFamily="34" charset="0"/>
            </a:endParaRPr>
          </a:p>
          <a:p>
            <a:pPr marL="0" marR="0" indent="0">
              <a:lnSpc>
                <a:spcPct val="120000"/>
              </a:lnSpc>
              <a:spcBef>
                <a:spcPts val="0"/>
              </a:spcBef>
              <a:spcAft>
                <a:spcPts val="0"/>
              </a:spcAft>
              <a:buNone/>
            </a:pPr>
            <a:r>
              <a:rPr lang="en-029" sz="1800" i="1" dirty="0">
                <a:solidFill>
                  <a:schemeClr val="accent2"/>
                </a:solidFill>
                <a:latin typeface="Calibri" panose="020F0502020204030204" pitchFamily="34" charset="0"/>
                <a:ea typeface="Aptos" panose="020B0004020202020204" pitchFamily="34" charset="0"/>
              </a:rPr>
              <a:t>This means that wages above $360.00, </a:t>
            </a:r>
            <a:r>
              <a:rPr lang="en-029" sz="1800" b="1" i="1" dirty="0">
                <a:solidFill>
                  <a:schemeClr val="accent2"/>
                </a:solidFill>
                <a:latin typeface="Calibri" panose="020F0502020204030204" pitchFamily="34" charset="0"/>
                <a:ea typeface="Aptos" panose="020B0004020202020204" pitchFamily="34" charset="0"/>
              </a:rPr>
              <a:t>including the new minimum wage of $430.00 </a:t>
            </a:r>
            <a:r>
              <a:rPr lang="en-029" sz="1800" i="1" dirty="0">
                <a:solidFill>
                  <a:schemeClr val="accent2"/>
                </a:solidFill>
                <a:latin typeface="Calibri" panose="020F0502020204030204" pitchFamily="34" charset="0"/>
                <a:ea typeface="Aptos" panose="020B0004020202020204" pitchFamily="34" charset="0"/>
              </a:rPr>
              <a:t>would be subject to HSD Levy (employee) deductions of 3.5%.</a:t>
            </a:r>
            <a:endParaRPr lang="en-029" sz="1800" i="1" dirty="0">
              <a:latin typeface="Calibri" panose="020F0502020204030204" pitchFamily="34" charset="0"/>
              <a:ea typeface="Aptos" panose="020B0004020202020204" pitchFamily="34" charset="0"/>
            </a:endParaRPr>
          </a:p>
        </p:txBody>
      </p:sp>
    </p:spTree>
    <p:extLst>
      <p:ext uri="{BB962C8B-B14F-4D97-AF65-F5344CB8AC3E}">
        <p14:creationId xmlns:p14="http://schemas.microsoft.com/office/powerpoint/2010/main" val="3099640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378</Words>
  <Application>Microsoft Office PowerPoint</Application>
  <PresentationFormat>Widescreen</PresentationFormat>
  <Paragraphs>19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HSD LEVY ADJUSTMENT</vt:lpstr>
      <vt:lpstr>HSD LEVY ADJUSTMENT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FAQ’s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HSD LEVY ADJUSTMENT</dc:title>
  <dc:creator>Donovan Herbert</dc:creator>
  <cp:lastModifiedBy>Donovan Herbert</cp:lastModifiedBy>
  <cp:revision>1</cp:revision>
  <dcterms:created xsi:type="dcterms:W3CDTF">2024-02-27T14:18:14Z</dcterms:created>
  <dcterms:modified xsi:type="dcterms:W3CDTF">2024-04-18T21:00:23Z</dcterms:modified>
</cp:coreProperties>
</file>